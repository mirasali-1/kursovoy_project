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89330" y="647628"/>
            <a:ext cx="10129036" cy="3248511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по МДК 01.01 Разработка программных модулей</a:t>
            </a: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программных модулей для системы учета деятельности кинотеатра»</a:t>
            </a:r>
            <a:endParaRPr lang="ru-RU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983109" y="4681963"/>
            <a:ext cx="4079019" cy="1368979"/>
          </a:xfrm>
        </p:spPr>
        <p:txBody>
          <a:bodyPr>
            <a:no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Феоктистов Глеб Юрьевич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ИСП 23.1А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Кузьмина Елена Евгеньевна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63119" y="278296"/>
            <a:ext cx="6265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Ликино-Дулевский политехнический колледж – филиал ГГТУ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86885" y="6210372"/>
            <a:ext cx="101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год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4862" y="552616"/>
            <a:ext cx="4722275" cy="128089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Цели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94058" y="1833506"/>
            <a:ext cx="7203882" cy="42194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управление расписанием → ошибки и потери данных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оперативной аналитики продаж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автоматизации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Создание веб-приложения для автоматизации работы кинотеатра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фильмами, сеансами и билетами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(администратор, кассир, гость)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Визуальная схема зала для продажи билетов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отчетов</a:t>
            </a:r>
            <a:endParaRPr lang="ru-RU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86831" y="590923"/>
            <a:ext cx="6018338" cy="711709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3183" y="1491202"/>
            <a:ext cx="5446643" cy="25285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Фильм (название, жанр, длительность, возрастной рейтинг)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Сеанс (дата, время, зал)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Билет (место, зритель, цена, оплата)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Зал (номера рядов и мест)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(админ, кассир)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974034" y="4357315"/>
          <a:ext cx="5724939" cy="18592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92409"/>
                <a:gridCol w="383253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Роль</a:t>
                      </a:r>
                      <a:endParaRPr lang="ru-RU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Возможности</a:t>
                      </a:r>
                      <a:endParaRPr lang="ru-RU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Гость</a:t>
                      </a:r>
                      <a:endParaRPr lang="ru-RU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Просмотр фильмов и расписания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Кассир</a:t>
                      </a:r>
                      <a:endParaRPr lang="ru-RU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Продажа/возврат билетов, отчеты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Администратор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Полное управление системой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457" y="1901658"/>
            <a:ext cx="5055202" cy="3147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210" y="563094"/>
            <a:ext cx="7949580" cy="703758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предметной области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6"/>
          <p:cNvPicPr/>
          <p:nvPr/>
        </p:nvPicPr>
        <p:blipFill>
          <a:blip r:embed="rId1"/>
          <a:stretch>
            <a:fillRect/>
          </a:stretch>
        </p:blipFill>
        <p:spPr>
          <a:xfrm>
            <a:off x="1017270" y="1515110"/>
            <a:ext cx="10157460" cy="4963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7116" y="624110"/>
            <a:ext cx="7417767" cy="767368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 и инструментов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286247" y="1937896"/>
          <a:ext cx="5454595" cy="41605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29482"/>
                <a:gridCol w="1512501"/>
                <a:gridCol w="25126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</a:t>
                      </a:r>
                      <a:endParaRPr lang="ru-RU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</a:t>
                      </a:r>
                      <a:endParaRPr lang="ru-RU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Обоснование</a:t>
                      </a:r>
                      <a:endParaRPr lang="ru-RU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</a:t>
                      </a:r>
                      <a:endParaRPr lang="ru-RU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3.12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Простота, большое сообщество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Фреймворк</a:t>
                      </a:r>
                      <a:endParaRPr lang="ru-RU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производительность, асинхронность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БД</a:t>
                      </a:r>
                      <a:endParaRPr lang="ru-RU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Надежность, поддержка 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Шаблоны</a:t>
                      </a:r>
                      <a:endParaRPr lang="ru-RU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Jinja2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Удобная интеграция с </a:t>
                      </a: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</a:t>
                      </a:r>
                      <a:endParaRPr lang="ru-RU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Uvicorn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Быстрый 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ASGI 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810" y="1704092"/>
            <a:ext cx="6147969" cy="4628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256006" y="1818680"/>
            <a:ext cx="6154115" cy="426777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0" tIns="101568" rIns="0" bIns="101568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построен по модульному принципу:</a:t>
            </a: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main.py – маршруты и API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database.py – работа с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(подключение, запросы, архивация)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(HTML/CSS/JS)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базовых шаблона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 шаблонов для администратора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 шаблонов для кассира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3728" y="575021"/>
            <a:ext cx="6964543" cy="743514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– структура проекта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598" y="1318535"/>
            <a:ext cx="1876687" cy="5268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608208"/>
            <a:ext cx="8911687" cy="695806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053" y="1949653"/>
            <a:ext cx="5185276" cy="18693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672" y="2884303"/>
            <a:ext cx="6094122" cy="16979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8153" y="4064482"/>
            <a:ext cx="2521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фильма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6910" y="4905956"/>
            <a:ext cx="3323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пользователя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594899"/>
            <a:ext cx="8911687" cy="661408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реализации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75120" y="2363228"/>
            <a:ext cx="5471106" cy="3427012"/>
          </a:xfrm>
        </p:spPr>
        <p:txBody>
          <a:bodyPr/>
          <a:lstStyle/>
          <a:p>
            <a:pPr marL="0" indent="0">
              <a:buNone/>
            </a:pP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Описание:</a:t>
            </a: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свободных/занятых мест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цвета для разных типов мест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 с ценами (Стандарт 350₽, VIP 500₽, Премиум 700₽)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94" y="1486894"/>
            <a:ext cx="5471106" cy="5179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7725" y="624110"/>
            <a:ext cx="9826887" cy="687855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851659" y="1707542"/>
          <a:ext cx="9479018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739509"/>
                <a:gridCol w="47395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Модульное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функции работают корректно</a:t>
                      </a:r>
                      <a:endParaRPr lang="ru-RU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Интеграционное</a:t>
                      </a:r>
                      <a:endParaRPr lang="ru-RU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БД и API взаимодействуют правильно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</a:t>
                      </a:r>
                      <a:endParaRPr lang="ru-RU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сценарии пользователей выполнены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25595" y="4084319"/>
            <a:ext cx="880752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и исправленные ошибки: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с кодировкой UTF-8 → решена установкой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client_encoding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Бесконечная загрузка → исправлена фильтрация сеансов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данных в таблицах → добавлены проверки и тестовые данные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555590"/>
            <a:ext cx="8911687" cy="119673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Коды для тестирования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TestClient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4581" y="2797888"/>
            <a:ext cx="3537650" cy="373808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305" y="1860605"/>
            <a:ext cx="3602685" cy="42022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43" y="1860605"/>
            <a:ext cx="4000864" cy="3843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0156" y="584353"/>
            <a:ext cx="8911687" cy="695807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16" y="1520517"/>
            <a:ext cx="8647768" cy="5106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3629" y="571045"/>
            <a:ext cx="1916264" cy="68785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2749" y="1356911"/>
            <a:ext cx="9606499" cy="526376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ru-RU" sz="4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достигнута:</a:t>
            </a:r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Разработано полнофункциональное веб-приложение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4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Управление фильмами, сеансами, тарифами, пользователями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Продажа и возврат билетов с визуальной схемой зала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Разграничение прав доступа (администратор, кассир, гость)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Генерация отчетов в формате </a:t>
            </a:r>
            <a:r>
              <a:rPr lang="ru-RU" sz="4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Архивирование удаленных записей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4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реализовано:</a:t>
            </a:r>
            <a:endParaRPr lang="ru-RU" sz="4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Загрузка медиа-контента (постеры фильмов, видео-трейлеры)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4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онлайн-оплаты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кассовыми аппаратами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лояльности и скидки</a:t>
            </a:r>
            <a:endParaRPr lang="ru-RU" sz="4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607" y="171119"/>
            <a:ext cx="3678615" cy="279144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770" y="3062466"/>
            <a:ext cx="3729502" cy="35582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375" y="819150"/>
            <a:ext cx="6953250" cy="5219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2738</Words>
  <Application>WPS Presentation</Application>
  <PresentationFormat>Широкоэкранный</PresentationFormat>
  <Paragraphs>169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Wingdings 3</vt:lpstr>
      <vt:lpstr>Arial</vt:lpstr>
      <vt:lpstr>Times New Roman</vt:lpstr>
      <vt:lpstr>Microsoft YaHei</vt:lpstr>
      <vt:lpstr>Arial Unicode MS</vt:lpstr>
      <vt:lpstr>Century Gothic</vt:lpstr>
      <vt:lpstr>Calibri</vt:lpstr>
      <vt:lpstr>Легкий дым</vt:lpstr>
      <vt:lpstr>Курсовой проект по МДК 01.01 Разработка программных модулей    «Разработка программных модулей для системы учета деятельности кинотеатра»</vt:lpstr>
      <vt:lpstr>Актуальность и Цели</vt:lpstr>
      <vt:lpstr>Анализ предметной области</vt:lpstr>
      <vt:lpstr>Проектирование предметной области</vt:lpstr>
      <vt:lpstr>Выбор технологий и инструментов</vt:lpstr>
      <vt:lpstr>Реализация – структура проекта</vt:lpstr>
      <vt:lpstr>Ключевые функции</vt:lpstr>
      <vt:lpstr>Особенности реализации</vt:lpstr>
      <vt:lpstr>Тестирование</vt:lpstr>
      <vt:lpstr>Коды для тестирования Библиотека TestClient</vt:lpstr>
      <vt:lpstr>Результаты тестирования</vt:lpstr>
      <vt:lpstr>Выводы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по МДК 01.01 Разработка программных модулей    «Разработка программных модулей для системы учета деятельности кинотеатра»</dc:title>
  <dc:creator>олег феоктистов</dc:creator>
  <cp:lastModifiedBy>User</cp:lastModifiedBy>
  <cp:revision>14</cp:revision>
  <dcterms:created xsi:type="dcterms:W3CDTF">2026-04-03T16:09:00Z</dcterms:created>
  <dcterms:modified xsi:type="dcterms:W3CDTF">2026-04-05T08:49:01Z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AB36D960B2C94C1A9104F7D78E26E629_13</vt:lpwstr>
  </property>
  <property fmtid="{D5CDD505-2E9C-101B-9397-08002B2CF9AE}" pid="3" name="KSOProductBuildVer">
    <vt:lpwstr>1049-12.2.0.23196</vt:lpwstr>
  </property>
</Properties>
</file>